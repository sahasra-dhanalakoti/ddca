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6A61D-2E5A-4DC2-B89C-FBDC2056CBDD}" v="17" dt="2026-09-23T15:32:48.5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18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sradhanalakoti58@outlook.com" userId="70ac696efc331d56" providerId="LiveId" clId="{8912D241-23FB-4AB0-BA64-29E9FA8E1D04}"/>
    <pc:docChg chg="undo custSel addSld delSld modSld modMainMaster">
      <pc:chgData name="sahasradhanalakoti58@outlook.com" userId="70ac696efc331d56" providerId="LiveId" clId="{8912D241-23FB-4AB0-BA64-29E9FA8E1D04}" dt="2026-09-23T17:09:46.905" v="656" actId="255"/>
      <pc:docMkLst>
        <pc:docMk/>
      </pc:docMkLst>
      <pc:sldChg chg="addSp modSp mod">
        <pc:chgData name="sahasradhanalakoti58@outlook.com" userId="70ac696efc331d56" providerId="LiveId" clId="{8912D241-23FB-4AB0-BA64-29E9FA8E1D04}" dt="2026-09-23T15:31:53.342" v="539" actId="255"/>
        <pc:sldMkLst>
          <pc:docMk/>
          <pc:sldMk cId="918487452" sldId="256"/>
        </pc:sldMkLst>
        <pc:spChg chg="mod">
          <ac:chgData name="sahasradhanalakoti58@outlook.com" userId="70ac696efc331d56" providerId="LiveId" clId="{8912D241-23FB-4AB0-BA64-29E9FA8E1D04}" dt="2026-09-23T15:31:39.326" v="537" actId="255"/>
          <ac:spMkLst>
            <pc:docMk/>
            <pc:sldMk cId="918487452" sldId="256"/>
            <ac:spMk id="2" creationId="{755BF987-4636-6AE4-5461-E630F6825A1E}"/>
          </ac:spMkLst>
        </pc:spChg>
        <pc:spChg chg="mod">
          <ac:chgData name="sahasradhanalakoti58@outlook.com" userId="70ac696efc331d56" providerId="LiveId" clId="{8912D241-23FB-4AB0-BA64-29E9FA8E1D04}" dt="2026-09-23T15:31:53.342" v="539" actId="255"/>
          <ac:spMkLst>
            <pc:docMk/>
            <pc:sldMk cId="918487452" sldId="256"/>
            <ac:spMk id="3" creationId="{C572A0AB-19D4-9F21-14E5-B9BDD31E3063}"/>
          </ac:spMkLst>
        </pc:spChg>
        <pc:spChg chg="add mod">
          <ac:chgData name="sahasradhanalakoti58@outlook.com" userId="70ac696efc331d56" providerId="LiveId" clId="{8912D241-23FB-4AB0-BA64-29E9FA8E1D04}" dt="2026-09-23T15:31:24.201" v="534" actId="1076"/>
          <ac:spMkLst>
            <pc:docMk/>
            <pc:sldMk cId="918487452" sldId="256"/>
            <ac:spMk id="4" creationId="{C02EC321-1F40-D048-3F66-44793CAFB312}"/>
          </ac:spMkLst>
        </pc:spChg>
      </pc:sldChg>
      <pc:sldChg chg="modSp mod">
        <pc:chgData name="sahasradhanalakoti58@outlook.com" userId="70ac696efc331d56" providerId="LiveId" clId="{8912D241-23FB-4AB0-BA64-29E9FA8E1D04}" dt="2026-09-23T15:32:38.405" v="543" actId="27636"/>
        <pc:sldMkLst>
          <pc:docMk/>
          <pc:sldMk cId="1008843981" sldId="257"/>
        </pc:sldMkLst>
        <pc:spChg chg="mod">
          <ac:chgData name="sahasradhanalakoti58@outlook.com" userId="70ac696efc331d56" providerId="LiveId" clId="{8912D241-23FB-4AB0-BA64-29E9FA8E1D04}" dt="2026-09-23T15:01:13.445" v="283"/>
          <ac:spMkLst>
            <pc:docMk/>
            <pc:sldMk cId="1008843981" sldId="257"/>
            <ac:spMk id="2" creationId="{8EB0989A-45F5-7C76-05F1-784DD894BC5F}"/>
          </ac:spMkLst>
        </pc:spChg>
        <pc:spChg chg="mod">
          <ac:chgData name="sahasradhanalakoti58@outlook.com" userId="70ac696efc331d56" providerId="LiveId" clId="{8912D241-23FB-4AB0-BA64-29E9FA8E1D04}" dt="2026-09-23T15:32:38.405" v="543" actId="27636"/>
          <ac:spMkLst>
            <pc:docMk/>
            <pc:sldMk cId="1008843981" sldId="257"/>
            <ac:spMk id="3" creationId="{023EB73B-A701-E31C-5FD2-2B91F79EE116}"/>
          </ac:spMkLst>
        </pc:spChg>
      </pc:sldChg>
      <pc:sldChg chg="addSp delSp modSp mod">
        <pc:chgData name="sahasradhanalakoti58@outlook.com" userId="70ac696efc331d56" providerId="LiveId" clId="{8912D241-23FB-4AB0-BA64-29E9FA8E1D04}" dt="2026-09-23T17:09:46.905" v="656" actId="255"/>
        <pc:sldMkLst>
          <pc:docMk/>
          <pc:sldMk cId="3549662131" sldId="258"/>
        </pc:sldMkLst>
        <pc:spChg chg="mod">
          <ac:chgData name="sahasradhanalakoti58@outlook.com" userId="70ac696efc331d56" providerId="LiveId" clId="{8912D241-23FB-4AB0-BA64-29E9FA8E1D04}" dt="2026-09-23T15:01:13.445" v="283"/>
          <ac:spMkLst>
            <pc:docMk/>
            <pc:sldMk cId="3549662131" sldId="258"/>
            <ac:spMk id="2" creationId="{177CC352-131D-4A94-C0E2-394C75E80C5E}"/>
          </ac:spMkLst>
        </pc:spChg>
        <pc:spChg chg="mod">
          <ac:chgData name="sahasradhanalakoti58@outlook.com" userId="70ac696efc331d56" providerId="LiveId" clId="{8912D241-23FB-4AB0-BA64-29E9FA8E1D04}" dt="2026-09-23T17:09:46.905" v="656" actId="255"/>
          <ac:spMkLst>
            <pc:docMk/>
            <pc:sldMk cId="3549662131" sldId="258"/>
            <ac:spMk id="3" creationId="{7BF04B7C-B882-5F1C-116F-ADFAFF0CD67E}"/>
          </ac:spMkLst>
        </pc:spChg>
        <pc:spChg chg="add del mod">
          <ac:chgData name="sahasradhanalakoti58@outlook.com" userId="70ac696efc331d56" providerId="LiveId" clId="{8912D241-23FB-4AB0-BA64-29E9FA8E1D04}" dt="2026-09-23T15:33:01.393" v="547"/>
          <ac:spMkLst>
            <pc:docMk/>
            <pc:sldMk cId="3549662131" sldId="258"/>
            <ac:spMk id="4" creationId="{AE031262-74AA-0190-5867-A20D71AE5FC6}"/>
          </ac:spMkLst>
        </pc:spChg>
      </pc:sldChg>
      <pc:sldChg chg="modSp mod">
        <pc:chgData name="sahasradhanalakoti58@outlook.com" userId="70ac696efc331d56" providerId="LiveId" clId="{8912D241-23FB-4AB0-BA64-29E9FA8E1D04}" dt="2026-09-23T17:09:22.045" v="655" actId="1076"/>
        <pc:sldMkLst>
          <pc:docMk/>
          <pc:sldMk cId="4085879410" sldId="259"/>
        </pc:sldMkLst>
        <pc:spChg chg="mod">
          <ac:chgData name="sahasradhanalakoti58@outlook.com" userId="70ac696efc331d56" providerId="LiveId" clId="{8912D241-23FB-4AB0-BA64-29E9FA8E1D04}" dt="2026-09-23T17:09:22.045" v="655" actId="1076"/>
          <ac:spMkLst>
            <pc:docMk/>
            <pc:sldMk cId="4085879410" sldId="259"/>
            <ac:spMk id="2" creationId="{CBC65185-C55B-B2FD-1C98-C06B1FD67F5F}"/>
          </ac:spMkLst>
        </pc:spChg>
        <pc:spChg chg="mod">
          <ac:chgData name="sahasradhanalakoti58@outlook.com" userId="70ac696efc331d56" providerId="LiveId" clId="{8912D241-23FB-4AB0-BA64-29E9FA8E1D04}" dt="2026-09-23T15:33:11.993" v="548" actId="255"/>
          <ac:spMkLst>
            <pc:docMk/>
            <pc:sldMk cId="4085879410" sldId="259"/>
            <ac:spMk id="3" creationId="{5CBD5678-A9DF-FF08-B34A-91B41492B6B8}"/>
          </ac:spMkLst>
        </pc:spChg>
      </pc:sldChg>
      <pc:sldChg chg="addSp modSp mod">
        <pc:chgData name="sahasradhanalakoti58@outlook.com" userId="70ac696efc331d56" providerId="LiveId" clId="{8912D241-23FB-4AB0-BA64-29E9FA8E1D04}" dt="2026-09-23T17:09:11.201" v="653" actId="1076"/>
        <pc:sldMkLst>
          <pc:docMk/>
          <pc:sldMk cId="3403829636" sldId="260"/>
        </pc:sldMkLst>
        <pc:spChg chg="mod">
          <ac:chgData name="sahasradhanalakoti58@outlook.com" userId="70ac696efc331d56" providerId="LiveId" clId="{8912D241-23FB-4AB0-BA64-29E9FA8E1D04}" dt="2026-09-23T17:09:11.201" v="653" actId="1076"/>
          <ac:spMkLst>
            <pc:docMk/>
            <pc:sldMk cId="3403829636" sldId="260"/>
            <ac:spMk id="2" creationId="{9977C0AE-98AB-52BF-8450-85B9F754AA19}"/>
          </ac:spMkLst>
        </pc:spChg>
        <pc:spChg chg="mod">
          <ac:chgData name="sahasradhanalakoti58@outlook.com" userId="70ac696efc331d56" providerId="LiveId" clId="{8912D241-23FB-4AB0-BA64-29E9FA8E1D04}" dt="2026-09-23T15:33:21.798" v="549" actId="255"/>
          <ac:spMkLst>
            <pc:docMk/>
            <pc:sldMk cId="3403829636" sldId="260"/>
            <ac:spMk id="3" creationId="{DF18890B-6310-5711-258F-549120FA2293}"/>
          </ac:spMkLst>
        </pc:spChg>
        <pc:picChg chg="add mod">
          <ac:chgData name="sahasradhanalakoti58@outlook.com" userId="70ac696efc331d56" providerId="LiveId" clId="{8912D241-23FB-4AB0-BA64-29E9FA8E1D04}" dt="2026-09-23T14:46:21.896" v="12" actId="14100"/>
          <ac:picMkLst>
            <pc:docMk/>
            <pc:sldMk cId="3403829636" sldId="260"/>
            <ac:picMk id="5" creationId="{523C8AB9-5120-8D06-DD9B-F96A1DED5AF5}"/>
          </ac:picMkLst>
        </pc:picChg>
        <pc:picChg chg="add mod">
          <ac:chgData name="sahasradhanalakoti58@outlook.com" userId="70ac696efc331d56" providerId="LiveId" clId="{8912D241-23FB-4AB0-BA64-29E9FA8E1D04}" dt="2026-09-23T14:46:13.352" v="8" actId="1076"/>
          <ac:picMkLst>
            <pc:docMk/>
            <pc:sldMk cId="3403829636" sldId="260"/>
            <ac:picMk id="7" creationId="{9143FE3C-EFFC-AB40-DF1E-90E2C2FB8C52}"/>
          </ac:picMkLst>
        </pc:picChg>
      </pc:sldChg>
      <pc:sldChg chg="addSp modSp new mod">
        <pc:chgData name="sahasradhanalakoti58@outlook.com" userId="70ac696efc331d56" providerId="LiveId" clId="{8912D241-23FB-4AB0-BA64-29E9FA8E1D04}" dt="2026-09-23T17:09:04.512" v="652" actId="1076"/>
        <pc:sldMkLst>
          <pc:docMk/>
          <pc:sldMk cId="3339149390" sldId="261"/>
        </pc:sldMkLst>
        <pc:spChg chg="mod">
          <ac:chgData name="sahasradhanalakoti58@outlook.com" userId="70ac696efc331d56" providerId="LiveId" clId="{8912D241-23FB-4AB0-BA64-29E9FA8E1D04}" dt="2026-09-23T17:09:04.512" v="652" actId="1076"/>
          <ac:spMkLst>
            <pc:docMk/>
            <pc:sldMk cId="3339149390" sldId="261"/>
            <ac:spMk id="2" creationId="{599CA935-002F-BDEE-8976-F15B7FE015D5}"/>
          </ac:spMkLst>
        </pc:spChg>
        <pc:spChg chg="mod">
          <ac:chgData name="sahasradhanalakoti58@outlook.com" userId="70ac696efc331d56" providerId="LiveId" clId="{8912D241-23FB-4AB0-BA64-29E9FA8E1D04}" dt="2026-09-23T15:37:03.821" v="634" actId="20577"/>
          <ac:spMkLst>
            <pc:docMk/>
            <pc:sldMk cId="3339149390" sldId="261"/>
            <ac:spMk id="3" creationId="{A62E5CF0-78F7-BE2D-3BC6-C1811FFDFA47}"/>
          </ac:spMkLst>
        </pc:spChg>
        <pc:picChg chg="add mod">
          <ac:chgData name="sahasradhanalakoti58@outlook.com" userId="70ac696efc331d56" providerId="LiveId" clId="{8912D241-23FB-4AB0-BA64-29E9FA8E1D04}" dt="2026-09-23T14:48:29.222" v="26" actId="14100"/>
          <ac:picMkLst>
            <pc:docMk/>
            <pc:sldMk cId="3339149390" sldId="261"/>
            <ac:picMk id="5" creationId="{95FB9656-AE80-48D8-D91A-F9F25F47C390}"/>
          </ac:picMkLst>
        </pc:picChg>
      </pc:sldChg>
      <pc:sldChg chg="addSp modSp new mod">
        <pc:chgData name="sahasradhanalakoti58@outlook.com" userId="70ac696efc331d56" providerId="LiveId" clId="{8912D241-23FB-4AB0-BA64-29E9FA8E1D04}" dt="2026-09-23T17:08:54.776" v="651" actId="1076"/>
        <pc:sldMkLst>
          <pc:docMk/>
          <pc:sldMk cId="730454648" sldId="262"/>
        </pc:sldMkLst>
        <pc:spChg chg="mod">
          <ac:chgData name="sahasradhanalakoti58@outlook.com" userId="70ac696efc331d56" providerId="LiveId" clId="{8912D241-23FB-4AB0-BA64-29E9FA8E1D04}" dt="2026-09-23T17:08:54.776" v="651" actId="1076"/>
          <ac:spMkLst>
            <pc:docMk/>
            <pc:sldMk cId="730454648" sldId="262"/>
            <ac:spMk id="2" creationId="{0B26F245-0A1E-8A42-4E8A-10CB6AEE0C78}"/>
          </ac:spMkLst>
        </pc:spChg>
        <pc:spChg chg="mod">
          <ac:chgData name="sahasradhanalakoti58@outlook.com" userId="70ac696efc331d56" providerId="LiveId" clId="{8912D241-23FB-4AB0-BA64-29E9FA8E1D04}" dt="2026-09-23T15:33:50.056" v="551" actId="255"/>
          <ac:spMkLst>
            <pc:docMk/>
            <pc:sldMk cId="730454648" sldId="262"/>
            <ac:spMk id="3" creationId="{CF707A85-555B-1412-80F6-1A63B74CCDF4}"/>
          </ac:spMkLst>
        </pc:spChg>
        <pc:spChg chg="add mod">
          <ac:chgData name="sahasradhanalakoti58@outlook.com" userId="70ac696efc331d56" providerId="LiveId" clId="{8912D241-23FB-4AB0-BA64-29E9FA8E1D04}" dt="2026-09-23T14:49:53.274" v="54" actId="1076"/>
          <ac:spMkLst>
            <pc:docMk/>
            <pc:sldMk cId="730454648" sldId="262"/>
            <ac:spMk id="4" creationId="{B0B938D3-6B05-91DD-1ACF-028E0D23718B}"/>
          </ac:spMkLst>
        </pc:spChg>
      </pc:sldChg>
      <pc:sldChg chg="addSp delSp modSp new mod">
        <pc:chgData name="sahasradhanalakoti58@outlook.com" userId="70ac696efc331d56" providerId="LiveId" clId="{8912D241-23FB-4AB0-BA64-29E9FA8E1D04}" dt="2026-09-23T17:08:35.944" v="648" actId="1076"/>
        <pc:sldMkLst>
          <pc:docMk/>
          <pc:sldMk cId="3768005861" sldId="263"/>
        </pc:sldMkLst>
        <pc:spChg chg="mod">
          <ac:chgData name="sahasradhanalakoti58@outlook.com" userId="70ac696efc331d56" providerId="LiveId" clId="{8912D241-23FB-4AB0-BA64-29E9FA8E1D04}" dt="2026-09-23T17:08:35.944" v="648" actId="1076"/>
          <ac:spMkLst>
            <pc:docMk/>
            <pc:sldMk cId="3768005861" sldId="263"/>
            <ac:spMk id="2" creationId="{9FC465F7-135E-4CDF-7C06-9BAAF6FD3354}"/>
          </ac:spMkLst>
        </pc:spChg>
        <pc:spChg chg="del">
          <ac:chgData name="sahasradhanalakoti58@outlook.com" userId="70ac696efc331d56" providerId="LiveId" clId="{8912D241-23FB-4AB0-BA64-29E9FA8E1D04}" dt="2026-09-23T14:51:00.265" v="82"/>
          <ac:spMkLst>
            <pc:docMk/>
            <pc:sldMk cId="3768005861" sldId="263"/>
            <ac:spMk id="3" creationId="{43CFC797-7263-F8E0-9FC8-D7B421708660}"/>
          </ac:spMkLst>
        </pc:spChg>
        <pc:spChg chg="add mod">
          <ac:chgData name="sahasradhanalakoti58@outlook.com" userId="70ac696efc331d56" providerId="LiveId" clId="{8912D241-23FB-4AB0-BA64-29E9FA8E1D04}" dt="2026-09-23T17:08:26.367" v="647" actId="14100"/>
          <ac:spMkLst>
            <pc:docMk/>
            <pc:sldMk cId="3768005861" sldId="263"/>
            <ac:spMk id="6" creationId="{0796D329-B1B6-1703-530B-E042F8E2CA8D}"/>
          </ac:spMkLst>
        </pc:spChg>
        <pc:graphicFrameChg chg="add mod modGraphic">
          <ac:chgData name="sahasradhanalakoti58@outlook.com" userId="70ac696efc331d56" providerId="LiveId" clId="{8912D241-23FB-4AB0-BA64-29E9FA8E1D04}" dt="2026-09-23T14:51:43.837" v="86" actId="1076"/>
          <ac:graphicFrameMkLst>
            <pc:docMk/>
            <pc:sldMk cId="3768005861" sldId="263"/>
            <ac:graphicFrameMk id="4" creationId="{3AA267BC-5EB1-BE87-9244-1A7254FF48EC}"/>
          </ac:graphicFrameMkLst>
        </pc:graphicFrameChg>
        <pc:picChg chg="add del mod">
          <ac:chgData name="sahasradhanalakoti58@outlook.com" userId="70ac696efc331d56" providerId="LiveId" clId="{8912D241-23FB-4AB0-BA64-29E9FA8E1D04}" dt="2026-09-23T17:08:15.693" v="645" actId="478"/>
          <ac:picMkLst>
            <pc:docMk/>
            <pc:sldMk cId="3768005861" sldId="263"/>
            <ac:picMk id="8" creationId="{C5803624-A6D7-45A3-C193-FFD727342DF0}"/>
          </ac:picMkLst>
        </pc:picChg>
        <pc:picChg chg="add del mod">
          <ac:chgData name="sahasradhanalakoti58@outlook.com" userId="70ac696efc331d56" providerId="LiveId" clId="{8912D241-23FB-4AB0-BA64-29E9FA8E1D04}" dt="2026-09-23T17:08:18.094" v="646" actId="478"/>
          <ac:picMkLst>
            <pc:docMk/>
            <pc:sldMk cId="3768005861" sldId="263"/>
            <ac:picMk id="10" creationId="{396926D8-50E9-4FFD-050E-C7D3EFF51622}"/>
          </ac:picMkLst>
        </pc:picChg>
        <pc:picChg chg="add del">
          <ac:chgData name="sahasradhanalakoti58@outlook.com" userId="70ac696efc331d56" providerId="LiveId" clId="{8912D241-23FB-4AB0-BA64-29E9FA8E1D04}" dt="2026-09-23T14:53:30.419" v="104" actId="478"/>
          <ac:picMkLst>
            <pc:docMk/>
            <pc:sldMk cId="3768005861" sldId="263"/>
            <ac:picMk id="12" creationId="{75A9D7CF-DDCC-CBC8-C073-90BC3664A772}"/>
          </ac:picMkLst>
        </pc:picChg>
      </pc:sldChg>
      <pc:sldChg chg="addSp delSp modSp new mod">
        <pc:chgData name="sahasradhanalakoti58@outlook.com" userId="70ac696efc331d56" providerId="LiveId" clId="{8912D241-23FB-4AB0-BA64-29E9FA8E1D04}" dt="2026-09-23T17:08:42.371" v="649" actId="1076"/>
        <pc:sldMkLst>
          <pc:docMk/>
          <pc:sldMk cId="1880949042" sldId="264"/>
        </pc:sldMkLst>
        <pc:spChg chg="mod">
          <ac:chgData name="sahasradhanalakoti58@outlook.com" userId="70ac696efc331d56" providerId="LiveId" clId="{8912D241-23FB-4AB0-BA64-29E9FA8E1D04}" dt="2026-09-23T17:08:42.371" v="649" actId="1076"/>
          <ac:spMkLst>
            <pc:docMk/>
            <pc:sldMk cId="1880949042" sldId="264"/>
            <ac:spMk id="2" creationId="{CA014860-F266-B743-1AF3-971BDD571571}"/>
          </ac:spMkLst>
        </pc:spChg>
        <pc:spChg chg="del">
          <ac:chgData name="sahasradhanalakoti58@outlook.com" userId="70ac696efc331d56" providerId="LiveId" clId="{8912D241-23FB-4AB0-BA64-29E9FA8E1D04}" dt="2026-09-23T14:53:22.443" v="101" actId="22"/>
          <ac:spMkLst>
            <pc:docMk/>
            <pc:sldMk cId="1880949042" sldId="264"/>
            <ac:spMk id="3" creationId="{0C94EBF0-24C1-51AD-CCC8-5F3926954D9F}"/>
          </ac:spMkLst>
        </pc:spChg>
        <pc:picChg chg="add mod">
          <ac:chgData name="sahasradhanalakoti58@outlook.com" userId="70ac696efc331d56" providerId="LiveId" clId="{8912D241-23FB-4AB0-BA64-29E9FA8E1D04}" dt="2026-09-23T17:07:45.924" v="639" actId="14100"/>
          <ac:picMkLst>
            <pc:docMk/>
            <pc:sldMk cId="1880949042" sldId="264"/>
            <ac:picMk id="5" creationId="{11D2B3D9-A836-2E20-7DD3-C6B0071C0D11}"/>
          </ac:picMkLst>
        </pc:picChg>
        <pc:picChg chg="add mod">
          <ac:chgData name="sahasradhanalakoti58@outlook.com" userId="70ac696efc331d56" providerId="LiveId" clId="{8912D241-23FB-4AB0-BA64-29E9FA8E1D04}" dt="2026-09-23T17:08:11.611" v="644" actId="14100"/>
          <ac:picMkLst>
            <pc:docMk/>
            <pc:sldMk cId="1880949042" sldId="264"/>
            <ac:picMk id="7" creationId="{EC84F080-1976-EC49-0180-72B65A8F9F51}"/>
          </ac:picMkLst>
        </pc:picChg>
      </pc:sldChg>
      <pc:sldChg chg="addSp modSp new mod">
        <pc:chgData name="sahasradhanalakoti58@outlook.com" userId="70ac696efc331d56" providerId="LiveId" clId="{8912D241-23FB-4AB0-BA64-29E9FA8E1D04}" dt="2026-09-23T17:08:47.704" v="650" actId="1076"/>
        <pc:sldMkLst>
          <pc:docMk/>
          <pc:sldMk cId="2181928581" sldId="265"/>
        </pc:sldMkLst>
        <pc:spChg chg="mod">
          <ac:chgData name="sahasradhanalakoti58@outlook.com" userId="70ac696efc331d56" providerId="LiveId" clId="{8912D241-23FB-4AB0-BA64-29E9FA8E1D04}" dt="2026-09-23T17:08:47.704" v="650" actId="1076"/>
          <ac:spMkLst>
            <pc:docMk/>
            <pc:sldMk cId="2181928581" sldId="265"/>
            <ac:spMk id="2" creationId="{C73E16BE-7D7F-5802-A792-4BC941FA9181}"/>
          </ac:spMkLst>
        </pc:spChg>
        <pc:spChg chg="mod">
          <ac:chgData name="sahasradhanalakoti58@outlook.com" userId="70ac696efc331d56" providerId="LiveId" clId="{8912D241-23FB-4AB0-BA64-29E9FA8E1D04}" dt="2026-09-23T15:34:07.279" v="552" actId="255"/>
          <ac:spMkLst>
            <pc:docMk/>
            <pc:sldMk cId="2181928581" sldId="265"/>
            <ac:spMk id="3" creationId="{42CD72AD-B42F-83E1-5E96-9B994D522696}"/>
          </ac:spMkLst>
        </pc:spChg>
        <pc:picChg chg="add mod">
          <ac:chgData name="sahasradhanalakoti58@outlook.com" userId="70ac696efc331d56" providerId="LiveId" clId="{8912D241-23FB-4AB0-BA64-29E9FA8E1D04}" dt="2026-09-23T15:34:14.999" v="555" actId="14100"/>
          <ac:picMkLst>
            <pc:docMk/>
            <pc:sldMk cId="2181928581" sldId="265"/>
            <ac:picMk id="5" creationId="{7CB9ED75-B4E7-0B2D-BDD4-213E514B88FC}"/>
          </ac:picMkLst>
        </pc:picChg>
      </pc:sldChg>
      <pc:sldChg chg="addSp modSp new mod">
        <pc:chgData name="sahasradhanalakoti58@outlook.com" userId="70ac696efc331d56" providerId="LiveId" clId="{8912D241-23FB-4AB0-BA64-29E9FA8E1D04}" dt="2026-09-23T15:34:25.508" v="556" actId="255"/>
        <pc:sldMkLst>
          <pc:docMk/>
          <pc:sldMk cId="1937902558" sldId="266"/>
        </pc:sldMkLst>
        <pc:spChg chg="mod">
          <ac:chgData name="sahasradhanalakoti58@outlook.com" userId="70ac696efc331d56" providerId="LiveId" clId="{8912D241-23FB-4AB0-BA64-29E9FA8E1D04}" dt="2026-09-23T15:01:13.445" v="283"/>
          <ac:spMkLst>
            <pc:docMk/>
            <pc:sldMk cId="1937902558" sldId="266"/>
            <ac:spMk id="2" creationId="{A3DC8CA6-2D87-53D4-DEFA-38C674E5C9E9}"/>
          </ac:spMkLst>
        </pc:spChg>
        <pc:spChg chg="mod">
          <ac:chgData name="sahasradhanalakoti58@outlook.com" userId="70ac696efc331d56" providerId="LiveId" clId="{8912D241-23FB-4AB0-BA64-29E9FA8E1D04}" dt="2026-09-23T15:34:25.508" v="556" actId="255"/>
          <ac:spMkLst>
            <pc:docMk/>
            <pc:sldMk cId="1937902558" sldId="266"/>
            <ac:spMk id="3" creationId="{60D42DF6-0CA5-7884-BFFF-E51A6E9AEFBE}"/>
          </ac:spMkLst>
        </pc:spChg>
        <pc:spChg chg="add mod">
          <ac:chgData name="sahasradhanalakoti58@outlook.com" userId="70ac696efc331d56" providerId="LiveId" clId="{8912D241-23FB-4AB0-BA64-29E9FA8E1D04}" dt="2026-09-23T15:28:52.122" v="421" actId="12"/>
          <ac:spMkLst>
            <pc:docMk/>
            <pc:sldMk cId="1937902558" sldId="266"/>
            <ac:spMk id="4" creationId="{648B9480-52AD-C2DE-572A-2529D04D77CB}"/>
          </ac:spMkLst>
        </pc:spChg>
      </pc:sldChg>
      <pc:sldChg chg="modSp new mod">
        <pc:chgData name="sahasradhanalakoti58@outlook.com" userId="70ac696efc331d56" providerId="LiveId" clId="{8912D241-23FB-4AB0-BA64-29E9FA8E1D04}" dt="2026-09-23T15:35:55.329" v="631" actId="20577"/>
        <pc:sldMkLst>
          <pc:docMk/>
          <pc:sldMk cId="1311986967" sldId="267"/>
        </pc:sldMkLst>
        <pc:spChg chg="mod">
          <ac:chgData name="sahasradhanalakoti58@outlook.com" userId="70ac696efc331d56" providerId="LiveId" clId="{8912D241-23FB-4AB0-BA64-29E9FA8E1D04}" dt="2026-09-23T15:01:13.445" v="283"/>
          <ac:spMkLst>
            <pc:docMk/>
            <pc:sldMk cId="1311986967" sldId="267"/>
            <ac:spMk id="2" creationId="{87AE9DA1-1104-8681-79A1-F2C7363EE6C5}"/>
          </ac:spMkLst>
        </pc:spChg>
        <pc:spChg chg="mod">
          <ac:chgData name="sahasradhanalakoti58@outlook.com" userId="70ac696efc331d56" providerId="LiveId" clId="{8912D241-23FB-4AB0-BA64-29E9FA8E1D04}" dt="2026-09-23T15:35:55.329" v="631" actId="20577"/>
          <ac:spMkLst>
            <pc:docMk/>
            <pc:sldMk cId="1311986967" sldId="267"/>
            <ac:spMk id="3" creationId="{D93F1148-EAF7-B40A-F21D-5968019DACD3}"/>
          </ac:spMkLst>
        </pc:spChg>
      </pc:sldChg>
      <pc:sldChg chg="addSp delSp modSp new mod">
        <pc:chgData name="sahasradhanalakoti58@outlook.com" userId="70ac696efc331d56" providerId="LiveId" clId="{8912D241-23FB-4AB0-BA64-29E9FA8E1D04}" dt="2026-09-23T15:29:24.690" v="427" actId="1076"/>
        <pc:sldMkLst>
          <pc:docMk/>
          <pc:sldMk cId="3805533850" sldId="268"/>
        </pc:sldMkLst>
        <pc:spChg chg="mod">
          <ac:chgData name="sahasradhanalakoti58@outlook.com" userId="70ac696efc331d56" providerId="LiveId" clId="{8912D241-23FB-4AB0-BA64-29E9FA8E1D04}" dt="2026-09-23T15:01:13.445" v="283"/>
          <ac:spMkLst>
            <pc:docMk/>
            <pc:sldMk cId="3805533850" sldId="268"/>
            <ac:spMk id="2" creationId="{294CB3A0-0411-4671-AE38-84C863140529}"/>
          </ac:spMkLst>
        </pc:spChg>
        <pc:spChg chg="del">
          <ac:chgData name="sahasradhanalakoti58@outlook.com" userId="70ac696efc331d56" providerId="LiveId" clId="{8912D241-23FB-4AB0-BA64-29E9FA8E1D04}" dt="2026-09-23T15:00:48.322" v="278"/>
          <ac:spMkLst>
            <pc:docMk/>
            <pc:sldMk cId="3805533850" sldId="268"/>
            <ac:spMk id="3" creationId="{5D372C33-889F-8886-8D9C-F4B3B301CBDE}"/>
          </ac:spMkLst>
        </pc:spChg>
        <pc:picChg chg="add mod">
          <ac:chgData name="sahasradhanalakoti58@outlook.com" userId="70ac696efc331d56" providerId="LiveId" clId="{8912D241-23FB-4AB0-BA64-29E9FA8E1D04}" dt="2026-09-23T15:29:24.690" v="427" actId="1076"/>
          <ac:picMkLst>
            <pc:docMk/>
            <pc:sldMk cId="3805533850" sldId="268"/>
            <ac:picMk id="4" creationId="{BC5024A8-EDDE-97F2-5904-95E70CE76101}"/>
          </ac:picMkLst>
        </pc:picChg>
      </pc:sldChg>
      <pc:sldChg chg="add del">
        <pc:chgData name="sahasradhanalakoti58@outlook.com" userId="70ac696efc331d56" providerId="LiveId" clId="{8912D241-23FB-4AB0-BA64-29E9FA8E1D04}" dt="2026-09-23T15:00:10.531" v="277" actId="47"/>
        <pc:sldMkLst>
          <pc:docMk/>
          <pc:sldMk cId="4086024016" sldId="269"/>
        </pc:sldMkLst>
      </pc:sldChg>
      <pc:sldMasterChg chg="modSldLayout">
        <pc:chgData name="sahasradhanalakoti58@outlook.com" userId="70ac696efc331d56" providerId="LiveId" clId="{8912D241-23FB-4AB0-BA64-29E9FA8E1D04}" dt="2026-09-23T15:01:13.445" v="283"/>
        <pc:sldMasterMkLst>
          <pc:docMk/>
          <pc:sldMasterMk cId="750700457" sldId="2147483669"/>
        </pc:sldMasterMkLst>
        <pc:sldLayoutChg chg="delSp">
          <pc:chgData name="sahasradhanalakoti58@outlook.com" userId="70ac696efc331d56" providerId="LiveId" clId="{8912D241-23FB-4AB0-BA64-29E9FA8E1D04}" dt="2026-09-23T15:01:13.445" v="283"/>
          <pc:sldLayoutMkLst>
            <pc:docMk/>
            <pc:sldMasterMk cId="750700457" sldId="2147483669"/>
            <pc:sldLayoutMk cId="2268589736" sldId="2147483697"/>
          </pc:sldLayoutMkLst>
          <pc:picChg chg="del">
            <ac:chgData name="sahasradhanalakoti58@outlook.com" userId="70ac696efc331d56" providerId="LiveId" clId="{8912D241-23FB-4AB0-BA64-29E9FA8E1D04}" dt="2026-09-23T15:01:13.445" v="283"/>
            <ac:picMkLst>
              <pc:docMk/>
              <pc:sldMasterMk cId="750700457" sldId="2147483669"/>
              <pc:sldLayoutMk cId="2268589736" sldId="2147483697"/>
              <ac:picMk id="7" creationId="{00000000-0000-0000-0000-000000000000}"/>
            </ac:picMkLst>
          </pc:picChg>
        </pc:sldLayoutChg>
        <pc:sldLayoutChg chg="delSp">
          <pc:chgData name="sahasradhanalakoti58@outlook.com" userId="70ac696efc331d56" providerId="LiveId" clId="{8912D241-23FB-4AB0-BA64-29E9FA8E1D04}" dt="2026-09-23T15:01:13.445" v="283"/>
          <pc:sldLayoutMkLst>
            <pc:docMk/>
            <pc:sldMasterMk cId="750700457" sldId="2147483669"/>
            <pc:sldLayoutMk cId="3559230258" sldId="2147483698"/>
          </pc:sldLayoutMkLst>
          <pc:picChg chg="del">
            <ac:chgData name="sahasradhanalakoti58@outlook.com" userId="70ac696efc331d56" providerId="LiveId" clId="{8912D241-23FB-4AB0-BA64-29E9FA8E1D04}" dt="2026-09-23T15:01:13.445" v="283"/>
            <ac:picMkLst>
              <pc:docMk/>
              <pc:sldMasterMk cId="750700457" sldId="2147483669"/>
              <pc:sldLayoutMk cId="3559230258" sldId="2147483698"/>
              <ac:picMk id="7" creationId="{00000000-0000-0000-0000-00000000000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94EAA-4E33-41A9-A198-4E7330BF7FFC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3F493-CB60-4F63-871F-8573F6938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604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3F493-CB60-4F63-871F-8573F69388F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275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567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456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032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63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050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577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4269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138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079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628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876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357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38461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9403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54985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930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29747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87369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74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11096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7368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93043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37405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8428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2554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8419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4103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5897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230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7004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  <p:sldLayoutId id="2147483693" r:id="rId24"/>
    <p:sldLayoutId id="2147483694" r:id="rId25"/>
    <p:sldLayoutId id="2147483695" r:id="rId26"/>
    <p:sldLayoutId id="2147483696" r:id="rId27"/>
    <p:sldLayoutId id="2147483697" r:id="rId28"/>
    <p:sldLayoutId id="2147483698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BF987-4636-6AE4-5461-E630F6825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434" y="1964267"/>
            <a:ext cx="10515691" cy="2421464"/>
          </a:xfrm>
        </p:spPr>
        <p:txBody>
          <a:bodyPr>
            <a:normAutofit/>
          </a:bodyPr>
          <a:lstStyle/>
          <a:p>
            <a:r>
              <a:rPr lang="en-IN" sz="5400" dirty="0"/>
              <a:t>DESIGN AND SIMULATION OF ADDER AND SUBTRACTOR USING LOGISIM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2A0AB-19D4-9F21-14E5-B9BDD31E30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COMBINATIONAL LOGIC AND ARITHMETIC CIRCUITS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EC321-1F40-D048-3F66-44793CAFB312}"/>
              </a:ext>
            </a:extLst>
          </p:cNvPr>
          <p:cNvSpPr txBox="1"/>
          <p:nvPr/>
        </p:nvSpPr>
        <p:spPr>
          <a:xfrm>
            <a:off x="8737600" y="5046131"/>
            <a:ext cx="4648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2620030411-SAHASRA</a:t>
            </a:r>
          </a:p>
          <a:p>
            <a:r>
              <a:rPr lang="en-IN" sz="1400" dirty="0"/>
              <a:t>2620030483-RITHVIK REDDY</a:t>
            </a:r>
          </a:p>
          <a:p>
            <a:r>
              <a:rPr lang="en-IN" sz="1400" dirty="0"/>
              <a:t>2620030484-RITHWIK</a:t>
            </a:r>
          </a:p>
          <a:p>
            <a:r>
              <a:rPr lang="en-IN" sz="1400" dirty="0"/>
              <a:t>2620030486-BAVESH</a:t>
            </a:r>
          </a:p>
          <a:p>
            <a:r>
              <a:rPr lang="en-IN" sz="1400" dirty="0"/>
              <a:t>2620030488-SRAVANI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8487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0989A-45F5-7C76-05F1-784DD894B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COMBINATIONAL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EB73B-A701-E31C-5FD2-2B91F79EE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16183"/>
            <a:ext cx="10131425" cy="3675017"/>
          </a:xfrm>
        </p:spPr>
        <p:txBody>
          <a:bodyPr>
            <a:normAutofit fontScale="85000" lnSpcReduction="20000"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A combinational circuit produces output based only on its </a:t>
            </a:r>
            <a:r>
              <a:rPr lang="en-IN" sz="2000" b="1" dirty="0"/>
              <a:t>current inputs</a:t>
            </a:r>
            <a:r>
              <a:rPr lang="en-IN" sz="20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It does not store previous inputs.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It does not require memory elements.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Examples include: </a:t>
            </a:r>
          </a:p>
          <a:p>
            <a:pPr lvl="1"/>
            <a:r>
              <a:rPr lang="en-IN" sz="2000" dirty="0"/>
              <a:t>Adders </a:t>
            </a:r>
          </a:p>
          <a:p>
            <a:pPr lvl="1"/>
            <a:r>
              <a:rPr lang="en-IN" sz="2000" dirty="0"/>
              <a:t>Subtractors </a:t>
            </a:r>
          </a:p>
          <a:p>
            <a:pPr lvl="1"/>
            <a:r>
              <a:rPr lang="en-IN" sz="2000" dirty="0"/>
              <a:t>Multiplexers </a:t>
            </a:r>
          </a:p>
          <a:p>
            <a:pPr lvl="1"/>
            <a:r>
              <a:rPr lang="en-IN" sz="2000" dirty="0"/>
              <a:t>Decoders </a:t>
            </a:r>
          </a:p>
          <a:p>
            <a:pPr lvl="1"/>
            <a:r>
              <a:rPr lang="en-IN" sz="2000" dirty="0"/>
              <a:t>Comparators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Combinational circuits form important building blocks of a CPU.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8843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CC352-131D-4A94-C0E2-394C75E80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K-MAP SIMPLIFICATION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04B7C-B882-5F1C-116F-ADFAFF0CD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K-map is used to simplify Boolean expressions.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It reduces the number of logic gates required.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Simplified circuits can be: </a:t>
            </a:r>
          </a:p>
          <a:p>
            <a:pPr lvl="1"/>
            <a:r>
              <a:rPr lang="en-IN" sz="2000" dirty="0"/>
              <a:t>Faster </a:t>
            </a:r>
          </a:p>
          <a:p>
            <a:pPr lvl="1"/>
            <a:r>
              <a:rPr lang="en-IN" sz="2000" dirty="0"/>
              <a:t>Smaller </a:t>
            </a:r>
          </a:p>
          <a:p>
            <a:pPr lvl="1"/>
            <a:r>
              <a:rPr lang="en-IN" sz="2000" dirty="0"/>
              <a:t>Lower power </a:t>
            </a:r>
          </a:p>
          <a:p>
            <a:pPr lvl="1"/>
            <a:r>
              <a:rPr lang="en-IN" sz="2000" dirty="0"/>
              <a:t>Less expensive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K-maps are useful in designing optimized combinational circuits.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9662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65185-C55B-B2FD-1C98-C06B1FD67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92582"/>
            <a:ext cx="11604046" cy="969206"/>
          </a:xfrm>
        </p:spPr>
        <p:txBody>
          <a:bodyPr>
            <a:normAutofit/>
          </a:bodyPr>
          <a:lstStyle/>
          <a:p>
            <a:r>
              <a:rPr lang="en-IN" sz="4000" dirty="0"/>
              <a:t>HALF ADDER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D5678-A9DF-FF08-B34A-91B41492B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A Half Adder adds two 1-bit binary numbers. </a:t>
            </a:r>
          </a:p>
          <a:p>
            <a:pPr lvl="0"/>
            <a:r>
              <a:rPr lang="en-IN" sz="1800" b="1" dirty="0"/>
              <a:t>            Inputs:</a:t>
            </a:r>
            <a:r>
              <a:rPr lang="en-IN" sz="1800" dirty="0"/>
              <a:t> A, B </a:t>
            </a:r>
          </a:p>
          <a:p>
            <a:pPr lvl="0"/>
            <a:r>
              <a:rPr lang="en-IN" sz="1800" b="1" dirty="0"/>
              <a:t>            Outputs:</a:t>
            </a:r>
            <a:r>
              <a:rPr lang="en-IN" sz="1800" dirty="0"/>
              <a:t> Sum, Carry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Logic equations: </a:t>
            </a:r>
          </a:p>
          <a:p>
            <a:pPr lvl="1"/>
            <a:r>
              <a:rPr lang="en-IN" sz="1800" b="1" dirty="0"/>
              <a:t>Sum = A ⊕ B</a:t>
            </a:r>
            <a:r>
              <a:rPr lang="en-IN" sz="1800" dirty="0"/>
              <a:t> </a:t>
            </a:r>
          </a:p>
          <a:p>
            <a:pPr lvl="1"/>
            <a:r>
              <a:rPr lang="en-IN" sz="1800" b="1" dirty="0"/>
              <a:t>Carry = A · B</a:t>
            </a:r>
            <a:r>
              <a:rPr lang="en-IN" sz="1800" dirty="0"/>
              <a:t> </a:t>
            </a:r>
          </a:p>
          <a:p>
            <a:pPr lvl="0"/>
            <a:r>
              <a:rPr lang="en-IN" sz="1800" dirty="0"/>
              <a:t>It does not have a Carry-in input.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F58AAD-38B8-FC12-9081-DDA15E6CB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667" y="1625579"/>
            <a:ext cx="3284061" cy="23579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520043-BDFA-5E35-DBBF-2D02F6706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164" y="4287051"/>
            <a:ext cx="2758830" cy="154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879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7C0AE-98AB-52BF-8450-85B9F754A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576073"/>
            <a:ext cx="11604046" cy="969206"/>
          </a:xfrm>
        </p:spPr>
        <p:txBody>
          <a:bodyPr>
            <a:normAutofit/>
          </a:bodyPr>
          <a:lstStyle/>
          <a:p>
            <a:r>
              <a:rPr lang="en-IN" sz="4000" dirty="0"/>
              <a:t>FULL ADDER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8890B-6310-5711-258F-549120FA2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A Full Adder adds three 1-bit inputs. </a:t>
            </a:r>
          </a:p>
          <a:p>
            <a:pPr lvl="0"/>
            <a:r>
              <a:rPr lang="en-IN" sz="1800" b="1" dirty="0"/>
              <a:t>Inputs:</a:t>
            </a:r>
            <a:r>
              <a:rPr lang="en-IN" sz="1800" dirty="0"/>
              <a:t> A, B, Cin </a:t>
            </a:r>
          </a:p>
          <a:p>
            <a:pPr lvl="0"/>
            <a:r>
              <a:rPr lang="en-IN" sz="1800" b="1" dirty="0"/>
              <a:t>Outputs:</a:t>
            </a:r>
            <a:r>
              <a:rPr lang="en-IN" sz="1800" dirty="0"/>
              <a:t> Sum, Cout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It can be constructed using: </a:t>
            </a:r>
          </a:p>
          <a:p>
            <a:pPr lvl="1"/>
            <a:r>
              <a:rPr lang="en-IN" sz="1800" dirty="0"/>
              <a:t>        Two Half Adders </a:t>
            </a:r>
          </a:p>
          <a:p>
            <a:pPr lvl="1"/>
            <a:r>
              <a:rPr lang="en-IN" sz="1800" dirty="0"/>
              <a:t>        One OR gate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Logic Equations</a:t>
            </a:r>
          </a:p>
          <a:p>
            <a:r>
              <a:rPr lang="en-IN" sz="1800" b="1" dirty="0"/>
              <a:t>          Sum = A ⊕ B ⊕ Cin</a:t>
            </a:r>
            <a:endParaRPr lang="en-IN" sz="1800" dirty="0"/>
          </a:p>
          <a:p>
            <a:r>
              <a:rPr lang="en-IN" sz="1800" b="1" dirty="0"/>
              <a:t>          Cout = AB + Cin(A ⊕ B)</a:t>
            </a:r>
            <a:endParaRPr lang="en-IN" sz="1800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3C8AB9-5120-8D06-DD9B-F96A1DED5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267" y="821267"/>
            <a:ext cx="4766733" cy="26875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43FE3C-EFFC-AB40-DF1E-90E2C2FB8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653" y="3788182"/>
            <a:ext cx="2728669" cy="286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829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CA935-002F-BDEE-8976-F15B7FE01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77" y="495422"/>
            <a:ext cx="11604046" cy="969206"/>
          </a:xfrm>
        </p:spPr>
        <p:txBody>
          <a:bodyPr/>
          <a:lstStyle/>
          <a:p>
            <a:r>
              <a:rPr lang="en-IN" dirty="0"/>
              <a:t>4-BIT RIPPLE-CARRY ADDER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E5CF0-78F7-BE2D-3BC6-C1811FFDF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6053666" cy="3649133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A 4-bit Ripple-Carry Adder uses </a:t>
            </a:r>
            <a:r>
              <a:rPr lang="en-IN" sz="1800" b="1" dirty="0"/>
              <a:t>four Full Adders</a:t>
            </a:r>
            <a:r>
              <a:rPr lang="en-IN" sz="18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Each Full Adder handles one bit.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The carry output of one stage becomes the carry input of the next stage.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The carry propagates from the least significant bit to the most significant bit. </a:t>
            </a:r>
          </a:p>
          <a:p>
            <a:pPr lvl="0"/>
            <a:endParaRPr lang="en-IN" sz="1800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FB9656-AE80-48D8-D91A-F9F25F47C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484" y="980025"/>
            <a:ext cx="3548742" cy="535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149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6F245-0A1E-8A42-4E8A-10CB6AEE0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77" y="420407"/>
            <a:ext cx="11604046" cy="969206"/>
          </a:xfrm>
        </p:spPr>
        <p:txBody>
          <a:bodyPr/>
          <a:lstStyle/>
          <a:p>
            <a:r>
              <a:rPr lang="en-IN" dirty="0"/>
              <a:t>BINARY SUBTRACTION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07A85-555B-1412-80F6-1A63B74CC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8" y="1962455"/>
            <a:ext cx="5757332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Subtraction Using Two's Complement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Binary subtraction can be performed using an adder.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Two's complement is used to represent the negative value.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To obtain the two's complement: </a:t>
            </a:r>
          </a:p>
          <a:p>
            <a:pPr lvl="1"/>
            <a:r>
              <a:rPr lang="en-IN" sz="1800" dirty="0"/>
              <a:t>Invert all bits. </a:t>
            </a:r>
          </a:p>
          <a:p>
            <a:pPr lvl="1"/>
            <a:r>
              <a:rPr lang="en-IN" sz="1800" dirty="0"/>
              <a:t>Add 1. 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B938D3-6B05-91DD-1ACF-028E0D23718B}"/>
              </a:ext>
            </a:extLst>
          </p:cNvPr>
          <p:cNvSpPr txBox="1"/>
          <p:nvPr/>
        </p:nvSpPr>
        <p:spPr>
          <a:xfrm>
            <a:off x="7213600" y="2523067"/>
            <a:ext cx="333586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Formula</a:t>
            </a:r>
          </a:p>
          <a:p>
            <a:r>
              <a:rPr lang="en-IN" b="1" dirty="0"/>
              <a:t>A − B = A + (Two's Complement of B)</a:t>
            </a:r>
            <a:endParaRPr lang="en-IN" dirty="0"/>
          </a:p>
          <a:p>
            <a:r>
              <a:rPr lang="en-IN" b="1" dirty="0"/>
              <a:t>Example</a:t>
            </a:r>
          </a:p>
          <a:p>
            <a:r>
              <a:rPr lang="en-IN" b="1" dirty="0"/>
              <a:t>0101 − 0011</a:t>
            </a:r>
            <a:endParaRPr lang="en-IN" dirty="0"/>
          </a:p>
          <a:p>
            <a:r>
              <a:rPr lang="en-IN" dirty="0"/>
              <a:t>Two's complement of 0011:</a:t>
            </a:r>
          </a:p>
          <a:p>
            <a:r>
              <a:rPr lang="en-IN" b="1" dirty="0"/>
              <a:t>1101</a:t>
            </a:r>
            <a:endParaRPr lang="en-IN" dirty="0"/>
          </a:p>
          <a:p>
            <a:r>
              <a:rPr lang="en-IN" dirty="0"/>
              <a:t>Therefore:</a:t>
            </a:r>
          </a:p>
          <a:p>
            <a:r>
              <a:rPr lang="en-IN" b="1" dirty="0"/>
              <a:t>0101 + 1101 = 0010</a:t>
            </a:r>
            <a:br>
              <a:rPr lang="en-IN" dirty="0"/>
            </a:br>
            <a:r>
              <a:rPr lang="en-IN" dirty="0"/>
              <a:t>(discarding the final carry)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0454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465F7-135E-4CDF-7C06-9BAAF6FD3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77" y="438130"/>
            <a:ext cx="11604046" cy="969206"/>
          </a:xfrm>
        </p:spPr>
        <p:txBody>
          <a:bodyPr/>
          <a:lstStyle/>
          <a:p>
            <a:r>
              <a:rPr lang="en-IN" dirty="0"/>
              <a:t>4-BIT ADDER-SUBTRACTOR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AA267BC-5EB1-BE87-9244-1A7254FF48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7204554"/>
              </p:ext>
            </p:extLst>
          </p:nvPr>
        </p:nvGraphicFramePr>
        <p:xfrm>
          <a:off x="1413933" y="5151120"/>
          <a:ext cx="3273424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6712">
                  <a:extLst>
                    <a:ext uri="{9D8B030D-6E8A-4147-A177-3AD203B41FA5}">
                      <a16:colId xmlns:a16="http://schemas.microsoft.com/office/drawing/2014/main" val="3259245029"/>
                    </a:ext>
                  </a:extLst>
                </a:gridCol>
                <a:gridCol w="1636712">
                  <a:extLst>
                    <a:ext uri="{9D8B030D-6E8A-4147-A177-3AD203B41FA5}">
                      <a16:colId xmlns:a16="http://schemas.microsoft.com/office/drawing/2014/main" val="2273310051"/>
                    </a:ext>
                  </a:extLst>
                </a:gridCol>
              </a:tblGrid>
              <a:tr h="2096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Operation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2071359"/>
                  </a:ext>
                </a:extLst>
              </a:tr>
              <a:tr h="2096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 +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924078"/>
                  </a:ext>
                </a:extLst>
              </a:tr>
              <a:tr h="2096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 −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20492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796D329-B1B6-1703-530B-E042F8E2CA8D}"/>
              </a:ext>
            </a:extLst>
          </p:cNvPr>
          <p:cNvSpPr txBox="1"/>
          <p:nvPr/>
        </p:nvSpPr>
        <p:spPr>
          <a:xfrm>
            <a:off x="736599" y="1848067"/>
            <a:ext cx="880533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same circuit can perform both addition and subtraction.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XOR gates are placed before the B inputs.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 control input </a:t>
            </a:r>
            <a:r>
              <a:rPr lang="en-IN" b="1" dirty="0"/>
              <a:t>M</a:t>
            </a:r>
            <a:r>
              <a:rPr lang="en-IN" dirty="0"/>
              <a:t> selects the operation. </a:t>
            </a:r>
          </a:p>
          <a:p>
            <a:pPr>
              <a:buNone/>
            </a:pPr>
            <a:r>
              <a:rPr lang="en-IN" b="1" dirty="0"/>
              <a:t>Working</a:t>
            </a:r>
          </a:p>
          <a:p>
            <a:pPr>
              <a:buNone/>
            </a:pPr>
            <a:r>
              <a:rPr lang="en-IN" b="1" dirty="0"/>
              <a:t>M = 0:</a:t>
            </a:r>
            <a:endParaRPr lang="en-IN" dirty="0"/>
          </a:p>
          <a:p>
            <a:pPr>
              <a:buNone/>
            </a:pPr>
            <a:r>
              <a:rPr lang="en-IN" dirty="0"/>
              <a:t>B remains unchanged and Cin = 0.</a:t>
            </a:r>
          </a:p>
          <a:p>
            <a:pPr>
              <a:buNone/>
            </a:pPr>
            <a:r>
              <a:rPr lang="en-IN" b="1" dirty="0"/>
              <a:t>M = 1:</a:t>
            </a:r>
            <a:endParaRPr lang="en-IN" dirty="0"/>
          </a:p>
          <a:p>
            <a:pPr>
              <a:buNone/>
            </a:pPr>
            <a:r>
              <a:rPr lang="en-IN" dirty="0"/>
              <a:t>B is complemented and Cin = 1.</a:t>
            </a:r>
          </a:p>
          <a:p>
            <a:pPr>
              <a:buNone/>
            </a:pPr>
            <a:r>
              <a:rPr lang="en-IN" dirty="0"/>
              <a:t>Therefore:</a:t>
            </a:r>
          </a:p>
          <a:p>
            <a:pPr>
              <a:buNone/>
            </a:pPr>
            <a:r>
              <a:rPr lang="en-IN" b="1" dirty="0"/>
              <a:t>A + B' + 1 = A − 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8005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14860-F266-B743-1AF3-971BDD571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77" y="386540"/>
            <a:ext cx="11604046" cy="969206"/>
          </a:xfrm>
        </p:spPr>
        <p:txBody>
          <a:bodyPr/>
          <a:lstStyle/>
          <a:p>
            <a:r>
              <a:rPr lang="en-IN" dirty="0"/>
              <a:t>ADDER SUBTRACTOR SIMULATION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D2B3D9-A836-2E20-7DD3-C6B0071C0D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1032" y="2006601"/>
            <a:ext cx="4079901" cy="424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84F080-1976-EC49-0180-72B65A8F9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06601"/>
            <a:ext cx="4079901" cy="424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949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E16BE-7D7F-5802-A792-4BC941FA9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77" y="453534"/>
            <a:ext cx="11604046" cy="969206"/>
          </a:xfrm>
        </p:spPr>
        <p:txBody>
          <a:bodyPr/>
          <a:lstStyle/>
          <a:p>
            <a:r>
              <a:rPr lang="en-IN" dirty="0"/>
              <a:t>MULTIPLEXER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D72AD-B42F-83E1-5E96-9B994D522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/>
              <a:t>Multiplexer (MUX)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A Multiplexer is a </a:t>
            </a:r>
            <a:r>
              <a:rPr lang="en-IN" sz="2000" b="1" dirty="0"/>
              <a:t>data selector</a:t>
            </a:r>
            <a:r>
              <a:rPr lang="en-IN" sz="20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It selects one input from multiple inputs.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A 2:1 MUX has: </a:t>
            </a:r>
          </a:p>
          <a:p>
            <a:pPr lvl="1"/>
            <a:r>
              <a:rPr lang="en-IN" sz="2000" dirty="0"/>
              <a:t>       2 data inputs: I0, I1 </a:t>
            </a:r>
          </a:p>
          <a:p>
            <a:pPr lvl="1"/>
            <a:r>
              <a:rPr lang="en-IN" sz="2000" dirty="0"/>
              <a:t>       1 select input: S </a:t>
            </a:r>
          </a:p>
          <a:p>
            <a:pPr lvl="1"/>
            <a:r>
              <a:rPr lang="en-IN" sz="2000" dirty="0"/>
              <a:t>       1 output: Y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B9ED75-B4E7-0B2D-BDD4-213E514B8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86000"/>
            <a:ext cx="4521200" cy="313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928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C8CA6-2D87-53D4-DEFA-38C674E5C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DECODER &amp; COMPARATOR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42DF6-0CA5-7884-BFFF-E51A6E9AE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717800"/>
            <a:ext cx="4588932" cy="3073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1" dirty="0"/>
              <a:t>Decoder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A decoder converts binary input into one of several output lines.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For </a:t>
            </a:r>
            <a:r>
              <a:rPr lang="en-IN" sz="1600" b="1" dirty="0"/>
              <a:t>n input lines</a:t>
            </a:r>
            <a:r>
              <a:rPr lang="en-IN" sz="1600" dirty="0"/>
              <a:t>, it can have up to </a:t>
            </a:r>
            <a:r>
              <a:rPr lang="en-IN" sz="1600" b="1" dirty="0"/>
              <a:t>2ⁿ outputs</a:t>
            </a:r>
            <a:r>
              <a:rPr lang="en-IN" sz="16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Used in: </a:t>
            </a:r>
          </a:p>
          <a:p>
            <a:pPr lvl="1"/>
            <a:r>
              <a:rPr lang="en-IN" sz="1600" dirty="0"/>
              <a:t>Instruction decoding </a:t>
            </a:r>
          </a:p>
          <a:p>
            <a:pPr lvl="1"/>
            <a:r>
              <a:rPr lang="en-IN" sz="1600" dirty="0"/>
              <a:t>Memory selection </a:t>
            </a:r>
          </a:p>
          <a:p>
            <a:pPr lvl="1"/>
            <a:r>
              <a:rPr lang="en-IN" sz="1600" dirty="0"/>
              <a:t>Control circuits 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8B9480-52AD-C2DE-572A-2529D04D77CB}"/>
              </a:ext>
            </a:extLst>
          </p:cNvPr>
          <p:cNvSpPr txBox="1"/>
          <p:nvPr/>
        </p:nvSpPr>
        <p:spPr>
          <a:xfrm>
            <a:off x="5884333" y="2717800"/>
            <a:ext cx="48344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Comparator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 comparator compares two binary numbers.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It determines whether: </a:t>
            </a:r>
          </a:p>
          <a:p>
            <a:pPr lvl="1"/>
            <a:r>
              <a:rPr lang="en-IN" b="1" dirty="0"/>
              <a:t>A &gt; B</a:t>
            </a:r>
            <a:r>
              <a:rPr lang="en-IN" dirty="0"/>
              <a:t> </a:t>
            </a:r>
          </a:p>
          <a:p>
            <a:pPr lvl="1"/>
            <a:r>
              <a:rPr lang="en-IN" b="1" dirty="0"/>
              <a:t>A = B</a:t>
            </a:r>
            <a:r>
              <a:rPr lang="en-IN" dirty="0"/>
              <a:t> </a:t>
            </a:r>
          </a:p>
          <a:p>
            <a:pPr lvl="1"/>
            <a:r>
              <a:rPr lang="en-IN" b="1" dirty="0"/>
              <a:t>A &lt; B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Comparators are useful for making decisions and supporting branch operations in CPUs.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7902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E9DA1-1104-8681-79A1-F2C7363EE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Arithmetic Logic Unit (ALU)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F1148-EAF7-B40A-F21D-5968019DA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ALU is the part of the CPU that performs arithmetic and logical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It can perform operations such as:</a:t>
            </a:r>
          </a:p>
          <a:p>
            <a:r>
              <a:rPr lang="en-IN" sz="2000" dirty="0"/>
              <a:t>          </a:t>
            </a:r>
            <a:r>
              <a:rPr lang="en-IN" dirty="0"/>
              <a:t>Addition </a:t>
            </a:r>
          </a:p>
          <a:p>
            <a:pPr lvl="0"/>
            <a:r>
              <a:rPr lang="en-IN" dirty="0"/>
              <a:t>              Subtraction </a:t>
            </a:r>
          </a:p>
          <a:p>
            <a:pPr marL="0" lvl="0" indent="0">
              <a:buNone/>
            </a:pPr>
            <a:r>
              <a:rPr lang="en-IN" dirty="0"/>
              <a:t>              AND </a:t>
            </a:r>
          </a:p>
          <a:p>
            <a:pPr marL="0" lvl="0" indent="0">
              <a:buNone/>
            </a:pPr>
            <a:r>
              <a:rPr lang="en-IN" dirty="0"/>
              <a:t>              OR </a:t>
            </a:r>
          </a:p>
          <a:p>
            <a:pPr marL="0" lvl="0" indent="0">
              <a:buNone/>
            </a:pPr>
            <a:r>
              <a:rPr lang="en-IN" dirty="0"/>
              <a:t>              Comparison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1986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CB3A0-0411-4671-AE38-84C863140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 descr="1,900+ Thank You Presentation Stock Photos and Royalty-Free Pictures -  iStock">
            <a:extLst>
              <a:ext uri="{FF2B5EF4-FFF2-40B4-BE49-F238E27FC236}">
                <a16:creationId xmlns:a16="http://schemas.microsoft.com/office/drawing/2014/main" id="{BC5024A8-EDDE-97F2-5904-95E70CE76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0466" y="448733"/>
            <a:ext cx="10176933" cy="5720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533850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145</TotalTime>
  <Words>563</Words>
  <Application>Microsoft Office PowerPoint</Application>
  <PresentationFormat>Widescreen</PresentationFormat>
  <Paragraphs>115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Arial Nova Light</vt:lpstr>
      <vt:lpstr>Dark Gradient</vt:lpstr>
      <vt:lpstr>DESIGN AND SIMULATION OF ADDER AND SUBTRACTOR USING LOGISIM</vt:lpstr>
      <vt:lpstr>COMBINATIONAL LOGIC</vt:lpstr>
      <vt:lpstr>K-MAP SIMPLIFICATION</vt:lpstr>
      <vt:lpstr>HALF ADDER</vt:lpstr>
      <vt:lpstr>FULL ADDER</vt:lpstr>
      <vt:lpstr>4-BIT RIPPLE-CARRY ADDER</vt:lpstr>
      <vt:lpstr>BINARY SUBTRACTION</vt:lpstr>
      <vt:lpstr>4-BIT ADDER-SUBTRACTOR</vt:lpstr>
      <vt:lpstr>ADDER SUBTRACTOR SIMULATION</vt:lpstr>
      <vt:lpstr>MULTIPLEXER</vt:lpstr>
      <vt:lpstr>DECODER &amp; COMPARATOR</vt:lpstr>
      <vt:lpstr>Arithmetic Logic Unit (ALU)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sahasradhanalakoti58@outlook.com</dc:creator>
  <cp:lastModifiedBy>sahasradhanalakoti58@outlook.com</cp:lastModifiedBy>
  <cp:revision>1</cp:revision>
  <dcterms:created xsi:type="dcterms:W3CDTF">2026-09-23T14:36:37Z</dcterms:created>
  <dcterms:modified xsi:type="dcterms:W3CDTF">2026-09-23T17:09:51Z</dcterms:modified>
</cp:coreProperties>
</file>